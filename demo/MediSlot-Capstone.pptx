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yourself and the project in one sentence: a clinic appointment platform taken from laptop to a monitored, autoscaled, GitOps-managed EKS deployment.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the users (front-desk staff), the main workflow (book, check in, complete) and the key business rule: no double-booking, enforced by the API with a 409.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Two flows. Request flow: NLB, Traefik, frontend or backend, Postgres. Delivery flow: push, Actions, GHCR, commit of the new tag, Argo CD pulls it. CI never holds cluster credentials.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Run through the stack quickly. Every row maps to a rubric module.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Routers handle HTTP only, services hold the business rules, models map tables. Two migrations; they run in an initContainer under a Postgres advisory lock.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Each test gets its own in-memory SQLite DB via dependency override, so production Postgres is never touched. CI also runs the migrations against a real Postgres container.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Both builds are multi-stage, so build tools never ship. Both run as non-root; the frontend uses nginx-unprivileged on port 8080. Compose starts all three services with health-gated ordering.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the stages left to right. Emphasise SHA tags (never latest), push only after the scan, and actions pinned to commit SHAs because tags can be moved.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the CVE: util-linux packages in Debian, HIGH, no fix released. ignore-unfixed avoids blocking on things nobody can fix; they stay visible in the Security tab, and the runtime hardening limits exposure.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Show the module layout and the numbers: 60 resources, 2 public + 2 private subnets, EKS 1.36, node group of 2 t3.large in private subnets. Credentials come from the AWS CLI profile.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 what the chart creates. Mention the initContainers, the probes, HPA, PDBs and the NetworkPolicy. Ingress needs a controller: Traefik, since ingress-nginx was retired in March 2026.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Show the Argo CD app: Synced and Healthy. Explain that a release is a Git commit, so rollback is a git revert, and self-heal undoes manual drift.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Prometheus scrapes both backend pods every 15 s via the ServiceMonitor. Grafana shows traffic, latency percentiles, error rate, business counters and HPA replicas.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Pick two or three of these and tell them as short stories: what broke, how you diagnosed it, what you changed. Also good to mention: the wait-for-db init container hung because UID 10001 has no passwd entry, so pg_isready needed an explicit -U.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Switch to the live demo: push a change, watch the pipeline, see Argo CD sync, refresh the app and point at the new build SHA, then show Prometheus targets and Grafana.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lide 1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lide 2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lide 3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lide 4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lide 5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lide 6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lide 7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lide 8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lide 9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lide 10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lide 11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lide 12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lide 13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lide 14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lide 15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MediSlot: DevOps Capstone</dc:title>
  <dc:subject>PptxGenJS Presentation</dc:subject>
  <dc:creator>Ayush Singh</dc:creator>
  <cp:lastModifiedBy>Ayush Singh</cp:lastModifiedBy>
  <cp:revision>1</cp:revision>
  <dcterms:created xsi:type="dcterms:W3CDTF">2026-10-13T13:33:25Z</dcterms:created>
  <dcterms:modified xsi:type="dcterms:W3CDTF">2026-10-13T13:33:25Z</dcterms:modified>
</cp:coreProperties>
</file>